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942176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9102414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74362207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13959753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1037561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863942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62588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74757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29607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5903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6389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6393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A9167E-0810-98BB-89D2-66AE0E19965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69610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8003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84626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747A39-BDC9-9B98-F0F2-717B5F70AD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2890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8586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98486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A08E19-CD79-8BEF-7C9D-6318AAA398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0020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96847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08734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76D459-84CB-CB18-9E0E-389441B5DB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10562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64929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9920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70014B-2FE4-2DF2-1D2D-7143A03EB7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7067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928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508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732486-21E9-EC00-E658-4A1B37CC5C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557579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64028868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8063890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114955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698810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455325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3600121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522295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8524877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03021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813677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5140992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292620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83087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5785352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65498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5650022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1909389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3744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1017478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795269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661898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213547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5500411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6555438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4171874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815922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8615196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2731267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98921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921712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399094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5936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29573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417943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189914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69324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2640552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720919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1710898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84490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336435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642004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5896610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08171491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3091068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87753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682190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7618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517444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4725891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498578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26903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22207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4896233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141423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7247264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695632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091505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6110812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6093402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4979330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781633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1">
            <a:lumMod val="7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698392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523999" y="207475"/>
            <a:ext cx="9144000" cy="1491794"/>
          </a:xfrm>
        </p:spPr>
        <p:txBody>
          <a:bodyPr/>
          <a:lstStyle/>
          <a:p>
            <a:pPr>
              <a:defRPr/>
            </a:pPr>
            <a:r>
              <a:rPr lang="fr-FR"/>
              <a:t>Git</a:t>
            </a:r>
            <a:endParaRPr lang="en-US"/>
          </a:p>
        </p:txBody>
      </p:sp>
      <p:sp>
        <p:nvSpPr>
          <p:cNvPr id="671451589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111698459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362199" y="1886138"/>
            <a:ext cx="7467599" cy="4200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1">
            <a:lumMod val="7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6390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Pourquoi Git ?</a:t>
            </a:r>
            <a:endParaRPr/>
          </a:p>
        </p:txBody>
      </p:sp>
      <p:pic>
        <p:nvPicPr>
          <p:cNvPr id="70032336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27944" y="2067915"/>
            <a:ext cx="2443514" cy="3401527"/>
          </a:xfrm>
          <a:prstGeom prst="rect">
            <a:avLst/>
          </a:prstGeom>
        </p:spPr>
      </p:pic>
      <p:sp>
        <p:nvSpPr>
          <p:cNvPr id="991069851" name=""/>
          <p:cNvSpPr txBox="1"/>
          <p:nvPr/>
        </p:nvSpPr>
        <p:spPr bwMode="auto">
          <a:xfrm rot="0" flipH="0" flipV="0">
            <a:off x="5046386" y="2991259"/>
            <a:ext cx="5445038" cy="1554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4800"/>
              <a:t>Connaissez vous cette personne ?</a:t>
            </a:r>
            <a:endParaRPr sz="4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1">
            <a:lumMod val="7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39474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Pourquoi Git ?</a:t>
            </a:r>
            <a:endParaRPr/>
          </a:p>
        </p:txBody>
      </p:sp>
      <p:pic>
        <p:nvPicPr>
          <p:cNvPr id="71654751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27944" y="2067915"/>
            <a:ext cx="2443514" cy="3401527"/>
          </a:xfrm>
          <a:prstGeom prst="rect">
            <a:avLst/>
          </a:prstGeom>
        </p:spPr>
      </p:pic>
      <p:sp>
        <p:nvSpPr>
          <p:cNvPr id="956723223" name=""/>
          <p:cNvSpPr txBox="1"/>
          <p:nvPr/>
        </p:nvSpPr>
        <p:spPr bwMode="auto">
          <a:xfrm rot="0" flipH="0" flipV="0">
            <a:off x="4339083" y="2353966"/>
            <a:ext cx="7678242" cy="2652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614310" indent="-614310">
              <a:buFont typeface="Arial"/>
              <a:buChar char="–"/>
              <a:defRPr/>
            </a:pPr>
            <a:r>
              <a:rPr lang="fr-FR" sz="2800"/>
              <a:t>Noyau Linux</a:t>
            </a:r>
            <a:endParaRPr sz="2800"/>
          </a:p>
          <a:p>
            <a:pPr marL="614310" indent="-614310">
              <a:buFont typeface="Arial"/>
              <a:buChar char="–"/>
              <a:defRPr/>
            </a:pPr>
            <a:r>
              <a:rPr lang="fr-FR" sz="2800"/>
              <a:t>Git</a:t>
            </a:r>
            <a:endParaRPr sz="2800"/>
          </a:p>
          <a:p>
            <a:pPr marL="614310" indent="-614310">
              <a:buFont typeface="Arial"/>
              <a:buChar char="–"/>
              <a:defRPr/>
            </a:pPr>
            <a:r>
              <a:rPr lang="fr-FR" sz="2800"/>
              <a:t>Assure la continuité de Linux</a:t>
            </a:r>
            <a:endParaRPr sz="2800"/>
          </a:p>
          <a:p>
            <a:pPr marL="614310" indent="-614310">
              <a:buFont typeface="Arial"/>
              <a:buChar char="–"/>
              <a:defRPr/>
            </a:pPr>
            <a:r>
              <a:rPr lang="fr-FR" sz="2800"/>
              <a:t>Pilier de l’open source</a:t>
            </a:r>
            <a:endParaRPr sz="2800"/>
          </a:p>
          <a:p>
            <a:pPr marL="614310" indent="-614310">
              <a:buFont typeface="Arial"/>
              <a:buChar char="–"/>
              <a:defRPr/>
            </a:pPr>
            <a:r>
              <a:rPr lang="fr-FR" sz="2800"/>
              <a:t>se fait appeler « Benevolent Dictator for Life »</a:t>
            </a:r>
            <a:endParaRPr sz="2800"/>
          </a:p>
        </p:txBody>
      </p:sp>
      <p:sp>
        <p:nvSpPr>
          <p:cNvPr id="490739025" name=""/>
          <p:cNvSpPr txBox="1"/>
          <p:nvPr/>
        </p:nvSpPr>
        <p:spPr bwMode="auto">
          <a:xfrm rot="0" flipH="0" flipV="0">
            <a:off x="872039" y="5639553"/>
            <a:ext cx="275604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fr-FR" sz="2800"/>
              <a:t>Linus Torvalds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1">
            <a:lumMod val="7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7128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Pourquoi Git ?</a:t>
            </a:r>
            <a:endParaRPr/>
          </a:p>
        </p:txBody>
      </p:sp>
      <p:pic>
        <p:nvPicPr>
          <p:cNvPr id="135781473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82747" y="1825687"/>
            <a:ext cx="4159536" cy="4059064"/>
          </a:xfrm>
          <a:prstGeom prst="rect">
            <a:avLst/>
          </a:prstGeom>
        </p:spPr>
      </p:pic>
      <p:pic>
        <p:nvPicPr>
          <p:cNvPr id="67436676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176757" y="1950220"/>
            <a:ext cx="4752974" cy="3809999"/>
          </a:xfrm>
          <a:prstGeom prst="rect">
            <a:avLst/>
          </a:prstGeom>
        </p:spPr>
      </p:pic>
      <p:sp>
        <p:nvSpPr>
          <p:cNvPr id="138177955" name=""/>
          <p:cNvSpPr/>
          <p:nvPr/>
        </p:nvSpPr>
        <p:spPr bwMode="auto">
          <a:xfrm rot="0" flipH="0" flipV="0">
            <a:off x="5253861" y="3159281"/>
            <a:ext cx="1546633" cy="10939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1">
            <a:lumMod val="7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927172" name=""/>
          <p:cNvSpPr/>
          <p:nvPr/>
        </p:nvSpPr>
        <p:spPr bwMode="auto">
          <a:xfrm rot="0" flipH="0" flipV="0">
            <a:off x="991753" y="1690687"/>
            <a:ext cx="5177450" cy="46047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7330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Les 3 zones de Git</a:t>
            </a:r>
            <a:endParaRPr/>
          </a:p>
        </p:txBody>
      </p:sp>
      <p:pic>
        <p:nvPicPr>
          <p:cNvPr id="31870850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42079" y="1690687"/>
            <a:ext cx="4876799" cy="4572000"/>
          </a:xfrm>
          <a:prstGeom prst="rect">
            <a:avLst/>
          </a:prstGeom>
        </p:spPr>
      </p:pic>
      <p:sp>
        <p:nvSpPr>
          <p:cNvPr id="714808901" name=""/>
          <p:cNvSpPr txBox="1"/>
          <p:nvPr/>
        </p:nvSpPr>
        <p:spPr bwMode="auto">
          <a:xfrm rot="0" flipH="0" flipV="0">
            <a:off x="6960816" y="2240294"/>
            <a:ext cx="4944717" cy="3505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>
              <a:buFont typeface="Arial"/>
              <a:buChar char="–"/>
              <a:defRPr/>
            </a:pPr>
            <a:r>
              <a:rPr lang="fr-FR" sz="2800" b="1"/>
              <a:t>Working directory</a:t>
            </a:r>
            <a:r>
              <a:rPr lang="fr-FR" sz="2800"/>
              <a:t> : Où l’on fais les changement de dossiers/fichiers</a:t>
            </a:r>
            <a:endParaRPr sz="2800"/>
          </a:p>
          <a:p>
            <a:pPr marL="283879" indent="-283879">
              <a:buFont typeface="Arial"/>
              <a:buChar char="–"/>
              <a:defRPr/>
            </a:pPr>
            <a:r>
              <a:rPr lang="fr-FR" sz="2800" b="1"/>
              <a:t>Staging area</a:t>
            </a:r>
            <a:r>
              <a:rPr lang="fr-FR" sz="2800"/>
              <a:t> : </a:t>
            </a:r>
            <a:r>
              <a:rPr lang="fr-FR" sz="2800"/>
              <a:t>On prépare les changements avant de commit</a:t>
            </a:r>
            <a:endParaRPr sz="2800"/>
          </a:p>
          <a:p>
            <a:pPr marL="283879" indent="-283879">
              <a:buFont typeface="Arial"/>
              <a:buChar char="–"/>
              <a:defRPr/>
            </a:pPr>
            <a:r>
              <a:rPr lang="fr-FR" sz="2800" b="1"/>
              <a:t>Repository </a:t>
            </a:r>
            <a:r>
              <a:rPr lang="fr-FR" sz="2800"/>
              <a:t>: </a:t>
            </a:r>
            <a:r>
              <a:rPr lang="fr-FR" sz="2800"/>
              <a:t>Où l’on stocke l’historique des commits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1">
            <a:lumMod val="7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5787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Les branches</a:t>
            </a:r>
            <a:endParaRPr/>
          </a:p>
        </p:txBody>
      </p:sp>
      <p:pic>
        <p:nvPicPr>
          <p:cNvPr id="137019068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362199" y="1794425"/>
            <a:ext cx="7467599" cy="38957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1">
            <a:lumMod val="7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6318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Les commandes</a:t>
            </a:r>
            <a:endParaRPr/>
          </a:p>
        </p:txBody>
      </p:sp>
      <p:pic>
        <p:nvPicPr>
          <p:cNvPr id="156432020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033837" y="1690687"/>
            <a:ext cx="4124324" cy="457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2026-01-07T07:43:48Z</dcterms:modified>
</cp:coreProperties>
</file>